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248" autoAdjust="0"/>
  </p:normalViewPr>
  <p:slideViewPr>
    <p:cSldViewPr snapToGrid="0">
      <p:cViewPr varScale="1">
        <p:scale>
          <a:sx n="61" d="100"/>
          <a:sy n="61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0236B-754B-4F69-AE34-B038FBD9901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9F9D3-E149-42ED-A7C8-9D46865780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02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9F9D3-E149-42ED-A7C8-9D468657804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12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5DDB-C18B-9FEE-3ED9-DB39B6232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40067-1452-CF67-2742-F00D1D825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55807-B952-3E59-0610-AE881D5C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BD1B5-7751-0BED-41FD-CEFD436D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8FC19-2D95-B7D9-EF45-FCB2F524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9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9212-5941-E9CD-1CC5-ED28EB4D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08355-E4AA-3B88-6962-85D62C9E0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313E5-76BF-D4B0-3F7A-5E92634F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BED9-FCF7-732E-FF5A-36B14EBD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6006A-3186-1603-3447-ED5EFA98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CE7D-6755-762B-32B1-7B261C83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93EB9-2A7A-55C8-3CA8-94F00DAAD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1EEBA-2C9E-35FB-B737-6B2F1D0D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3F887-9287-C445-9457-6455CA10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27F6-861D-0F01-6E7D-AB562F1B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9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5276-8C3C-7833-AA83-4CCAE21B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C6FBE-057D-CFDD-FFF3-7931344D96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B5324-AD00-8030-FBE4-6C0785665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60BF8-21D3-A387-EC0B-FCADD4ED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FC2E4-81F5-63B0-E913-5C2023BD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F7F4-6022-BA78-C36B-9565EF94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83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A497-512B-0184-2372-46ED16B2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BF2CE-A17E-3F25-D0C5-9505FA497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8B72A-AD59-DEBA-2FEB-CAED71EAA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2F667-37BF-A249-6E3F-29ABC384D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32FDB-721A-6BE5-B2B7-584D0513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CC7D9-9F70-6AD0-25D8-1D566572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25376-EF74-672F-73D9-24912855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37EF5B-032D-B873-64CA-5DF55714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6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56D1-A1C2-6F4E-E518-9C6BC68B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3B258-FD65-41D7-0C7A-4E533F6D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CB74F-A51E-4B44-0161-40FD299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B6E2A-CAFD-21ED-E898-7D47F7C7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9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DC23B-E399-9C43-AC4E-5DD006BD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0FB16-36B3-9CFA-9F11-37C9D9DF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F21F2-1B5A-04F6-4DDC-E58B3FE9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38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C6F0-D03D-3169-9BC2-447A0767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BAA27-BD5C-6DA4-5D44-95111B8A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43094-0D75-076E-2690-E02362D68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6D7AD-8DCE-8518-CCBF-D4B12F56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3998E-6668-1A37-D9CF-0086ECB8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8A92B-AF02-9FF2-ECF3-A37213D2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7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2539-3ECC-FC07-D957-9F92972C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0F3EA-29E4-1A1A-D37D-A7F651D6E6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FABCA-1487-229F-2F45-9EB891871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280D6-0298-A117-48BD-CBC3BC0B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48942-CEBC-E984-1E82-1D7B5A75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68654-1D07-7661-B606-9A182F0C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0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E1C0-6B33-4A5B-ED32-486FC4FD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BBA80-0896-E205-E586-1246F3106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59904-1A1A-50E1-3A39-FA390B65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D780D-CB72-7A70-B6FE-75F00ED2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FBCD0-5B88-B159-781D-B8F0850A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21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45767-EF27-A046-0BC6-E90FD2182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2D129-7E83-8D68-2C76-5E8FB9360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5CF0E-59ED-88BA-D677-9A0EDCEE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576EA-C706-7050-961B-F4FEDE79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BA38-1ABE-00F0-1EC6-362D47EF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3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B83A3E-24B2-4AAA-39C7-C4D9542A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A77D-621F-3D35-E83E-CB286E725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AB022-17A3-9EA8-E47C-0165DAD48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D7049-3790-45CE-800F-2EC889D5C329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2F12-21F5-1C40-9DB2-CF1517224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3AE06-F23B-D4A5-514B-3A53121D8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5E177-D2E2-45C5-9351-34032900B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6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BDA279-CFBE-006B-33D5-CC8B197D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07" y="304801"/>
            <a:ext cx="4760041" cy="5805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215F9F-7C3C-554E-29E3-934662FF538B}"/>
              </a:ext>
            </a:extLst>
          </p:cNvPr>
          <p:cNvSpPr txBox="1"/>
          <p:nvPr/>
        </p:nvSpPr>
        <p:spPr>
          <a:xfrm>
            <a:off x="5633884" y="1762121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Predicting Student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1582659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8D91-F47B-EB72-BCE6-748F66327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160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Challenge: Why Do Students Struggle?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4B49A-94FA-CFA8-D447-2A8A764EA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3" y="1899341"/>
            <a:ext cx="9144000" cy="1078117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Identifying At-Risk Students</a:t>
            </a:r>
          </a:p>
          <a:p>
            <a:r>
              <a:rPr lang="en-US" sz="9600" dirty="0"/>
              <a:t>Early detection of students facing academic difficulties is crucial for timely intervention.</a:t>
            </a:r>
          </a:p>
          <a:p>
            <a:endParaRPr lang="en-US" sz="9600" dirty="0"/>
          </a:p>
          <a:p>
            <a:r>
              <a:rPr lang="en-US" sz="9600" b="1" dirty="0"/>
              <a:t>Understanding Contributing Factors</a:t>
            </a:r>
          </a:p>
          <a:p>
            <a:r>
              <a:rPr lang="en-US" sz="9600" dirty="0"/>
              <a:t>Complex interplay of academic, social, and personal elements influences performance.</a:t>
            </a:r>
          </a:p>
          <a:p>
            <a:endParaRPr lang="en-US" sz="9600" dirty="0"/>
          </a:p>
          <a:p>
            <a:r>
              <a:rPr lang="en-US" sz="9600" b="1" dirty="0"/>
              <a:t>Proactive Support</a:t>
            </a:r>
          </a:p>
          <a:p>
            <a:r>
              <a:rPr lang="en-US" sz="9600" dirty="0"/>
              <a:t>Moving beyond reactive measures to implement preventative strategies and personalized guidance.</a:t>
            </a:r>
          </a:p>
          <a:p>
            <a:endParaRPr lang="en-US" sz="9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51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CD1B-E73A-8A6F-FFB6-EBAB58C45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2092"/>
            <a:ext cx="9144000" cy="86375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LINEAR REGRESSION</a:t>
            </a:r>
            <a:endParaRPr lang="en-IN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F3DC5-6E62-ADEB-85FB-4C67FA5393DC}"/>
              </a:ext>
            </a:extLst>
          </p:cNvPr>
          <p:cNvSpPr txBox="1"/>
          <p:nvPr/>
        </p:nvSpPr>
        <p:spPr>
          <a:xfrm>
            <a:off x="1524000" y="2415796"/>
            <a:ext cx="102058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A0A0A"/>
                </a:solidFill>
                <a:effectLst/>
                <a:latin typeface="Google Sans"/>
              </a:rPr>
              <a:t>Linear regression is </a:t>
            </a:r>
            <a:r>
              <a:rPr lang="en-US" sz="3200" dirty="0"/>
              <a:t>a foundational, supervised machine learning algorithm that models the relationship between a dependent (target) variable and one or more independent (feature) variables by fitting a straight line, known as the regression line, to the data</a:t>
            </a:r>
            <a:r>
              <a:rPr lang="en-US" sz="3200" b="0" i="0" dirty="0">
                <a:solidFill>
                  <a:srgbClr val="0A0A0A"/>
                </a:solidFill>
                <a:effectLst/>
                <a:latin typeface="Google Sans"/>
              </a:rPr>
              <a:t>. It predicts continuous numerical outcomes by minimizing the distance between predicted and actual values. 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9177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167C-3EE5-AAE1-F65D-3CB8C10DE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08114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 SHOTS OF THE CODE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677C6-482B-F591-A97A-6421D4307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072" y="1006321"/>
            <a:ext cx="5161935" cy="6081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IMPORTING LIBRARIES AND PERFORMING OTHER OPERATIONS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FADC5-A50F-1942-168B-AF2A35972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8" y="1846519"/>
            <a:ext cx="5722373" cy="4121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5C7CE7-2F52-5A97-C39A-B5E4E62C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5277"/>
            <a:ext cx="6096000" cy="377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0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42F6-75D3-303F-BFD7-28E08ECF4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058" y="1122363"/>
            <a:ext cx="7246374" cy="519624"/>
          </a:xfrm>
        </p:spPr>
        <p:txBody>
          <a:bodyPr>
            <a:normAutofit fontScale="90000"/>
          </a:bodyPr>
          <a:lstStyle/>
          <a:p>
            <a:r>
              <a:rPr lang="en-US" dirty="0"/>
              <a:t>R2SCORE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9C21D-DC60-8973-2F69-5B34D8377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6" y="1122363"/>
            <a:ext cx="9871587" cy="51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6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B40A-04DE-208B-9ED2-C5760879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08114"/>
          </a:xfrm>
        </p:spPr>
        <p:txBody>
          <a:bodyPr>
            <a:normAutofit fontScale="90000"/>
          </a:bodyPr>
          <a:lstStyle/>
          <a:p>
            <a:r>
              <a:rPr lang="en-US" dirty="0"/>
              <a:t>GRAPHS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D882B-4196-0585-B5AB-32184E51F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6852" y="1157748"/>
            <a:ext cx="9144000" cy="537343"/>
          </a:xfrm>
        </p:spPr>
        <p:txBody>
          <a:bodyPr/>
          <a:lstStyle/>
          <a:p>
            <a:r>
              <a:rPr lang="en-US" dirty="0"/>
              <a:t>SCATTERPLOT AND HEATMAP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F1096-DCB4-A8D1-673A-922885696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8" y="1765862"/>
            <a:ext cx="5664154" cy="4797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5437CE-5596-EEF8-12C9-06E2DA95E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30476"/>
            <a:ext cx="5664154" cy="479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53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9E726-0AF0-788A-B843-42115912F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23" y="186813"/>
            <a:ext cx="4032455" cy="64018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800F87-A67D-851C-25FD-09D8CE4B8F41}"/>
              </a:ext>
            </a:extLst>
          </p:cNvPr>
          <p:cNvSpPr txBox="1"/>
          <p:nvPr/>
        </p:nvSpPr>
        <p:spPr>
          <a:xfrm>
            <a:off x="4550079" y="109931"/>
            <a:ext cx="609391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Impact &amp; Future: Improving Outcomes and Personalized Learning</a:t>
            </a:r>
          </a:p>
          <a:p>
            <a:pPr>
              <a:buNone/>
            </a:pPr>
            <a:r>
              <a:rPr lang="en-US" sz="2800" b="1" dirty="0"/>
              <a:t>Early Intervention</a:t>
            </a:r>
          </a:p>
          <a:p>
            <a:pPr>
              <a:buNone/>
            </a:pPr>
            <a:r>
              <a:rPr lang="en-US" sz="2800" dirty="0"/>
              <a:t>Empowering educators to support students before academic challenges become critical.</a:t>
            </a:r>
          </a:p>
          <a:p>
            <a:pPr>
              <a:buNone/>
            </a:pPr>
            <a:r>
              <a:rPr lang="en-US" sz="2800" b="1" dirty="0"/>
              <a:t>Tailored Learning Paths</a:t>
            </a:r>
          </a:p>
          <a:p>
            <a:pPr>
              <a:buNone/>
            </a:pPr>
            <a:r>
              <a:rPr lang="en-US" sz="2800" dirty="0"/>
              <a:t>Customizing educational content and strategies to meet individual student needs.</a:t>
            </a:r>
          </a:p>
          <a:p>
            <a:pPr>
              <a:buNone/>
            </a:pPr>
            <a:r>
              <a:rPr lang="en-US" sz="2800" b="1" dirty="0"/>
              <a:t>Enhanced Resource Allocation</a:t>
            </a:r>
          </a:p>
          <a:p>
            <a:pPr>
              <a:buNone/>
            </a:pPr>
            <a:r>
              <a:rPr lang="en-US" sz="2800" dirty="0"/>
              <a:t>Optimizing the deployment of educational resources for maximum impact.</a:t>
            </a:r>
          </a:p>
        </p:txBody>
      </p:sp>
    </p:spTree>
    <p:extLst>
      <p:ext uri="{BB962C8B-B14F-4D97-AF65-F5344CB8AC3E}">
        <p14:creationId xmlns:p14="http://schemas.microsoft.com/office/powerpoint/2010/main" val="208437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190</Words>
  <Application>Microsoft Office PowerPoint</Application>
  <PresentationFormat>Widescreen</PresentationFormat>
  <Paragraphs>25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Office Theme</vt:lpstr>
      <vt:lpstr>PowerPoint Presentation</vt:lpstr>
      <vt:lpstr>The Challenge: Why Do Students Struggle? </vt:lpstr>
      <vt:lpstr>LINEAR REGRESSION</vt:lpstr>
      <vt:lpstr>SCREEN SHOTS OF THE CODE </vt:lpstr>
      <vt:lpstr>R2SCORE </vt:lpstr>
      <vt:lpstr>GRAPHS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BRITHI S</dc:creator>
  <cp:lastModifiedBy>BRITHI S</cp:lastModifiedBy>
  <cp:revision>6</cp:revision>
  <dcterms:created xsi:type="dcterms:W3CDTF">2026-04-07T17:38:57Z</dcterms:created>
  <dcterms:modified xsi:type="dcterms:W3CDTF">2026-04-07T18:10:32Z</dcterms:modified>
</cp:coreProperties>
</file>